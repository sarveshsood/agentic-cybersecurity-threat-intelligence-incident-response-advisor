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258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Cybersecurity Threat Intelligence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Incident Response Advisor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AI IR advisor  ·  Hybrid RAG  ·  Investigation workspace  ·  Offline golden eval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892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Certification Programme in Agentic and Generative AI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TalentSprint / IISc track  ·  26 July 2026  ·  Enterprise Pilot Ready (78/100)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alert overload without grounded IR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7647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91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overload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24028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EDR / cloud sensors outpace manual triage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3258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7647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32320" y="1691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IR steps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0" y="224028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extract → TI → ATT&amp;CK → playbook is slow &amp; inconsistent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39319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risk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44805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LLMs lack citations, audit trail, and formal human gates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644652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39319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delay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32320" y="44805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response quality under fatigue and time pressure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&amp; non-goals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scope for evaluators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566928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463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Automate parse → IoC → TI → ATT&amp;CK → RAG playbook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6517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Human-in-the-loop for critical / low-grounding cases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Investigation workspace as case system of record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0233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Offline golden IR evaluation (CI gates)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47091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RBAC, vault, audit integrity, compliance alignment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1280160"/>
            <a:ext cx="539496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NON-GOALS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1965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a Sentinel / Splunk / Falcon replacement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517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multi-tenant SaaS isolation (v1)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337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unsupervised SOAR execution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0233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formal ISO/SOC2 certification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7091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500-user scale certification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AI IR advisor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logs → parse → IoC → TI → ATT&amp;CK → hybrid RAG → playbook → HiTL → workspace → audit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+ jobs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8892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2608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+ 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live/mock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5780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ATT&amp;CK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8952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58952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78408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92124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92124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Personas: Analyst  ·  Senior Reviewer  ·  Admin  ·  Executive (demo)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5212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complements SIEM dual-run — does not replace the platform of record.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 · dual API · light enterprise UI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66344" y="1197864"/>
            <a:ext cx="11228832" cy="5056632"/>
          </a:xfrm>
          <a:prstGeom prst="roundRect">
            <a:avLst>
              <a:gd name="adj" fmla="val 1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12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11155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layers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FastAPI · MongoDB · LanceDB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325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325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417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810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console · Workspace · Settings · Compliance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2468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468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83080" y="2560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(/api  +  /api/v1)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2953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Jobs · Pipeline · Review · Hunt · LLM · Audit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3611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611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1783080" y="3703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 +  LanceDB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4096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/ users / audit  ·  Hybrid BM25 + vectors (RRF)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71600" y="4754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4754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1783080" y="4846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(optional)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5239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  ·  AbuseIPDB / VT / TI  ·  Slack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RAG design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playbooks with measurable offline gates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LanceDB dense vectors fused with RRF; optional re-rank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2801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508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grounding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19202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citation_ids ⊆ KB allow-list; grounding score 0–1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08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NIST-style phases; resilient parse_llm_json for noisy LLM output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8803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LLM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520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Free/paid catalog; cross-provider fallback; template last resort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4805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gates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1206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severity or low grounding → pending_review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44805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8368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51206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agentic pipeline stages — not a full LangGraph swarm product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&amp; ATT&amp;CK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+ technique mapping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&amp; TI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Extract IP / domain / URL / hash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Filter private IPs from public enrich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Live: AbuseIPDB, VT, GreyNoise, …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Mock default without keys (demo-safe)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7091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FORCE_MOCK_TI for deterministic tests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Heuristic keyword / pattern mapping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7889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Technique filters on incident list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34290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Dashboard heatmap of prevalence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Timeline + RCA for kill-chain narrative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47091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Not full STIX/TAXII enterprise sync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workspace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a single case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1152144"/>
            <a:ext cx="77541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05_workspa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768096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66760" y="1188720"/>
            <a:ext cx="3383280" cy="50292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0" y="14173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tabs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95360" y="18745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Case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95360" y="22402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Evidence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95360" y="2606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Timeline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595360" y="29718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595360" y="333756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595360" y="3703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MITRE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595360" y="40690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595360" y="4434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Playbooks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95360" y="4800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RCA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595360" y="516636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AI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9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&amp; Human-in-the-Loop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Citations, grounding, formal review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2918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07_playboo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2356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3562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C:\Users\sarve\PycharmProjects\soc-playbook-ai-v2\docs\capstone\assets\screenshots\08_re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623560" cy="5029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8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governance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controls with honest compliance language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senior_reviewer · admin matrix on mutate paths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28016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26280" y="22402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JWT · lockout after failures · weak secret refused outside lab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676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66760" y="22402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encrypt-at-rest; never returned raw from Settings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977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8580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integrity · summary &amp; export for executives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3611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26280" y="3977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2628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score + gaps + evidence — not certification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38160" y="3611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66760" y="3977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safety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6676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bomb limits · pipeline isolation on bad files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readiness score — not formal certification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1152144"/>
            <a:ext cx="1132027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10_compli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1124712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offline IR suite — 26 July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41148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743200"/>
                <a:gridCol w="2560320"/>
              </a:tblGrid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cases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IoC 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technique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0.80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grounding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phase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latency (offline)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errors / gate failures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[]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unit · RBAC · pipeline isolation · Playwright smoke  ·  Live LLM quality not gated offline (honest limit)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demo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path — see DEMO_SCRIPT.md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5740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4884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4884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logs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5196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4068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3212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3232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63524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28" name="Text 26"/>
          <p:cNvSpPr/>
          <p:nvPr/>
        </p:nvSpPr>
        <p:spPr>
          <a:xfrm>
            <a:off x="763524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22376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22376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82396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32688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91540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51560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101852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38" name="Text 36"/>
          <p:cNvSpPr/>
          <p:nvPr/>
        </p:nvSpPr>
        <p:spPr>
          <a:xfrm>
            <a:off x="1101852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60704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0704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20624" y="4032504"/>
            <a:ext cx="3730752" cy="222199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2" name="Image 0" descr="C:\Users\sarve\PycharmProjects\soc-playbook-ai-v2\docs\capstone\assets\screenshots\02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069080"/>
            <a:ext cx="3657600" cy="214884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4261104" y="4032504"/>
            <a:ext cx="3730752" cy="222199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4" name="Image 1" descr="C:\Users\sarve\PycharmProjects\soc-playbook-ai-v2\docs\capstone\assets\screenshots\04_incid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4069080"/>
            <a:ext cx="3657600" cy="2148840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8101584" y="4032504"/>
            <a:ext cx="3730752" cy="222199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6" name="Image 2" descr="C:\Users\sarve\PycharmProjects\soc-playbook-ai-v2\docs\capstone\assets\screenshots\09_hu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4069080"/>
            <a:ext cx="3657600" cy="2148840"/>
          </a:xfrm>
          <a:prstGeom prst="rect">
            <a:avLst/>
          </a:prstGeom>
        </p:spPr>
      </p:pic>
      <p:sp>
        <p:nvSpPr>
          <p:cNvPr id="47" name="Shap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3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Text 4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50" name="Text 45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UI (light theme)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KPIs · multi-provider LLM settings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2918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02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2356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3562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C:\Users\sarve\PycharmProjects\soc-playbook-ai-v2\docs\capstone\assets\screenshots\11_settings_ll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623560" cy="5029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8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impact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fit + pilot readiness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board score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Ready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IoC F1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offline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4652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recall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offline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23544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726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37260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41832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3434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narrative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8006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time-to-first playbook vs pure manual IR  ·  Traceable citations  ·  Reproducible offline eval  ·  React workspace exceeds Gradio baseline  ·  Wave C compliance + audit export for executives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Project 4 challenge list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4800600"/>
        </p:xfrm>
        <a:graphic>
          <a:graphicData uri="http://schemas.openxmlformats.org/drawingml/2006/table">
            <a:tbl>
              <a:tblPr/>
              <a:tblGrid>
                <a:gridCol w="3657600"/>
                <a:gridCol w="75895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volume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 + ZIP limits (not real-time SIEM)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Heuristic ATT&amp;CK + HiTL + timeline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score + review queue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 cost / keys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Mock default + multi-vendor vault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Citations allow-list + templates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 coordination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· claim · audit trail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production path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sprint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Demo video polish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Analytics error polish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E2E expansion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release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SSO JWKS hardening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API rate limits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Connector pilots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4652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Multi-tenant design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4652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SIEM connectors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Commercial pilot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8972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7260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v3.0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37260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Gated SOAR actions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7260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Forensics agent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7260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RAGAS board metrics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4 objectives met — and exceeded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34440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End-to-end AI IR advisor: ingest → enrich → ATT&amp;CK → grounded playbook → HiTL → workspace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304288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Exceeds Gradio baseline with React SOC UI, compliance alignment, audit integrity, golden CI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236976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Strong offline metrics (IoC F1 0.98, technique recall 0.93) with honest evaluation limits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032504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16966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Enterprise Pilot Ready at 78/100 — not multi-tenant SIEM/XDR replacement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965192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5102352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Ethical stance: advisory AI with human accountability for high-risk actions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Pack: docs/capstone/  ·  Report PDF: PROJECT_REPORT.pdf  ·  Appendices: appendices/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PPT: presentation/  ·  Board: board/CAPSTONE_BOARD_REVIEW_AND_SUBMISSION.md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Screenshots: light-theme live captures (capture_screenshots.py)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ACTIRA — Capstone Project 4</dc:title>
  <dc:subject>Agentic Cybersecurity Threat Intelligence &amp; Incident Response Advisor</dc:subject>
  <dc:creator>ACTIRA Capstone Team</dc:creator>
  <cp:lastModifiedBy>ACTIRA Capstone Team</cp:lastModifiedBy>
  <cp:revision>1</cp:revision>
  <dcterms:created xsi:type="dcterms:W3CDTF">2026-07-27T03:17:07Z</dcterms:created>
  <dcterms:modified xsi:type="dcterms:W3CDTF">2026-07-27T03:17:07Z</dcterms:modified>
</cp:coreProperties>
</file>